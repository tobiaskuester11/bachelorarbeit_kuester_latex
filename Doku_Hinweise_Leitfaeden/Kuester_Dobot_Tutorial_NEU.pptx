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Dobot Magician — Digitaler Zwilling</a:t>
            </a:r>
          </a:p>
          <a:p>
            <a:pPr>
              <a:spcBef>
                <a:spcPts val="1400"/>
              </a:spcBef>
              <a:defRPr sz="1900">
                <a:solidFill>
                  <a:srgbClr val="BFD7EE"/>
                </a:solidFill>
              </a:defRPr>
            </a:pPr>
            <a:r>
              <a:t>Reproduzierbarkeitsdokumentation: Aufbau, Kinematik und Betrieb der NVIDIA-Isaac-Sim-Extension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B0C9"/>
                </a:solidFill>
              </a:defRPr>
            </a:pPr>
            <a:r>
              <a:t>Tobias Küster · Hochschule Hannover, Fakultät II · Labor für Produktentwicklung und Digitale Fabrik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Überblick und Zielsetzung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Diese Anleitung führt Schritt für Schritt durch Aufbau, Kinematik und Betrieb der NVIDIA-Isaac-Sim-Extension des Dobot Magician. Ziel ist eine bidirektionale Kopplung zwischen dem realen Roboterarm und seinem digitalen Abbild.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Extension: Dobot_DT_IsaacSim_Extension im Omniverse Kit Extension Framework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Real → Sim: Gelenkzustand des realen Roboters wird laufend in die Simulation gespiegelt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Sim/UI → Real: Jog-, Vakuumgreifer- und Pick-and-Place-Befehle steuern den realen Roboter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Teach-In: Bewegungsabläufe werden manuell aufgezeichnet und automatisiert wiedergegeben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Systemvoraussetzungen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Bevor die Extension installiert werden kann, müssen folgende Software- und Hardwarevoraussetzungen erfüllt sein.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NVIDIA Isaac Sim 5.1.0 oder neuer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NVIDIA-Treiber ≥ 537.58, CUDA Toolkit 12.1 oder neuer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Windows 11 (64-Bit)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ROS 2 Humble/Jazzy — bereits in Isaac Sim eingebettet, keine separate Installation nötig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Dobot Magician mit USB-Verbindung über bekannten COM-Port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Python-Pakete pydobot und pyserial werden über omni.kit.pipapi direkt im Isaac-Sim-Python installiert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Installation der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 Extension wird wie jede andere Isaac-Sim-Extension über den Extension-Manager eingebunden. Die folgenden Schritte führen von der Ordnerstruktur bis zur aktivierten Extension.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1. Ordner dobot_ros als Suchpfad im Extension-Manager eintragen (Fenster → Extensions → Zahnrad → Paths)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    Alternativ: install_extension.py ausführen, kopiert die Extension automatisch ins Omniverse-Roaming-Verzeichnis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2. Extension „dobot_ros“ im Extension-Manager suchen und aktivieren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3. Im Extension-Panel „Install packages“ klicken, danach Extension einmal deaktivieren und neu aktivieren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Häufigste Fehlerquelle: extension.toml falsch oder Ordner nicht als Suchpfad eingetragen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Robotermodell: URDF-Import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Damit Isaac Sim den Dobot Magician als zusammenhängendes physikalisches System erkennt, muss das Modell korrekt als Articulation importiert werden. Das Ergebnis dieses Imports zeigt die Stage-Hierarchie rechts.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Wurzelprim base_link trägt die ArticulationRootAPI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Gelenkkette: base_link → joint_1 → link_1 → joint_2 → link_2 → joint_5 → link_5 → joint_6 → link_6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joint_3 und joint_4 existieren im URDF nicht — das Parallelogrammgetriebe wird stattdessen kinematisch in joint_5/joint_6 umgerechnet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Saugkopf ist als eigener Link link_suction über ein Fixed Joint starr mit link_6 verbunden</a:t>
            </a:r>
          </a:p>
        </p:txBody>
      </p:sp>
      <p:pic>
        <p:nvPicPr>
          <p:cNvPr id="8" name="Picture 7" descr="Dobot_after_ur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480560" cy="25242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412445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E6E6E"/>
                </a:solidFill>
              </a:defRPr>
            </a:pPr>
            <a:r>
              <a:t>Dobot Magician und resultierende Stage-Hierarchie nach dem URDF-Import.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Kinematisches Modell: Koordinaten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 Gelenkwinkelkonvention des realen Dobot Magician bildet die Grundlage aller folgenden Berechnungen und ist rechts mit den Nullstellungen der Gelenke J1 bis J4 dargestellt.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pydobot liest per UART-Protokoll (Kommando-ID 10) die Pose (x, y, z, r, j1–j4) in mm/Grad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j1: Basis-Yaw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j2: Oberarm-Pitch (Weltwinkel)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j3: Unterarm-Pitch (Weltwinkel)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j4: Servo-Wristdrehung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Durch das Parallelogrammgestänge gilt näherungsweise j3 ≈ 0°, sofern korrekt justiert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Alle internen Berechnungen in Grad, Umrechnung nach Radiant erst an den API-Grenzen</a:t>
            </a:r>
          </a:p>
        </p:txBody>
      </p:sp>
      <p:pic>
        <p:nvPicPr>
          <p:cNvPr id="8" name="Picture 7" descr="Dobot_Gelenkwin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480560" cy="42133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581351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E6E6E"/>
                </a:solidFill>
              </a:defRPr>
            </a:pPr>
            <a:r>
              <a:t>Gelenkwinkelkonvention mit den Nullstellungen der Gelenke J1 bis J4.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Kinematisches Modell: Formeln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Aus den vier realen Gelenkwinkeln werden die vier Isaac-Sim-Gelenke berechnet. Die Formeln stellen sicher, dass der Endeffektor unabhängig von der Armkonfiguration stets senkrecht nach unten zeigt.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θ1 = j1 − 12°  (kalibrierter Yaw-Offset, Konstante J1_YAW_OFFSET_DEG)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θ2 = j2  (direkte Übernahme)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θ5 = j3 − j2  (Parallelogramm-Kompensation, hält link_5 in Weltkoordinaten horizontal)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θ6 = 90° − j3 − j4  (Endeffektor-Vertikalisierung, j2 kürzt sich rechnerisch heraus)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Frühere Fehlimplementierung: θ6 lief fälschlich mit der Schulterposition mit → Endeffektor kippte bei angehobenem Arm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Sauggreifer: Aufbau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Der pneumatische Sauggreifer besteht aus zwei Baugruppen, die im URDF-Modell und in der späteren Verkabelung getrennt betrachtet werden.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Saugkopf mit Luftschlauchanschluss (im digitalen Zwilling als link_suction abgebildet)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Separate Pumpeneinheit mit den Anschlüssen GP1 (General Purpose) und Switch 1 (SW1)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Servomotor an GP3 dreht den unteren Teil des Endeffektors um die Z-Achse (physisches Gelenk J4)</a:t>
            </a:r>
          </a:p>
        </p:txBody>
      </p:sp>
      <p:pic>
        <p:nvPicPr>
          <p:cNvPr id="8" name="Picture 7" descr="Sauggrei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480560" cy="2473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40739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E6E6E"/>
                </a:solidFill>
              </a:defRPr>
            </a:pPr>
            <a:r>
              <a:t>Komponenten des pneumatischen Sauggreifers.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Sauggreifer: Anschluss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Für die reale Inbetriebnahme müssen Pumpe und Servomotor korrekt verkabelt werden, bevor die Extension den Sauggreifer ansteuern kann.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Verkabelung der Pumpe über GP1 und SW1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Anbindung des Saugkopfs über GP3 an den Servomotor (J4)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Für dieses Pick-and-Place-Szenario wird der Servomotor nicht genutzt, da er sich nur über Low-Level-Kommandos ansteuern lässt</a:t>
            </a:r>
          </a:p>
        </p:txBody>
      </p:sp>
      <p:pic>
        <p:nvPicPr>
          <p:cNvPr id="8" name="Picture 7" descr="Sauggreifer_Anschließ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480560" cy="1663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3264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E6E6E"/>
                </a:solidFill>
              </a:defRPr>
            </a:pPr>
            <a:r>
              <a:t>Anschluss des Sauggreifers, Verkabelung von Pumpe und Servomotor.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Datenfluss: Real → 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Dieser Pfad sorgt dafür, dass sich die Simulation kontinuierlich am realen Roboter orientiert. Er wird bei jedem gerenderten Frame ausgelöst.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1. _on_update() pro Frame ruft update_step() der DobotROSNode auf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2. device.pose() liest aktuelle Pose über pydobot aus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3. Kinematische Transformation liefert Isaac-Sim-kompatible Gelenkwinkel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4. Konvertierung nach Radiant, Publikation als JointState auf /joint_states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5. _drive_joints() setzt die Winkel über die Dynamic-Control-API auf die Isaac-Sim-Articulation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Datenfluss: Sim/UI →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Dieser Pfad ist der Gegenpart zu Real→Sim und wird nicht zyklisch, sondern ereignisgesteuert durch eine Nutzerinteraktion ausgelöst.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1. Nutzer betätigt eine Steuertaste im UI, z. B. X+ 5mm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2. UI-Callback löst DobotROSNode.jog(dx, dy) aus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3. Aktuelle Pose wird gelesen, Delta addiert, move_to() an den Dobot gesendet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4. Nächster Frame liest die neue Position — der Regelkreis ist geschlossen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Bedienung: Tab 0 – Steuerung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Der erste Tab der Benutzeroberfläche bündelt alle Funktionen für den laufenden Digital-Twin-Betrieb sowie die manuelle Fernsteuerung einzelner Achsen.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COM-Port eingeben (Standard COM3), Connect / Disconnect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Robot-USD-Feld: Pfad der Artikulations-Root, Standard /World/magician/base_link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Install packages — installiert pydobot und pyserial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Suction ON/OFF, Up/Down 10mm, X±/Y± 5mm, Servo GP3 ±10°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Ziel-Würfel spawnen/entfernen, Tracking-Rate 0,5–10 Hz einstellbar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Bedienung: Tab 1 – Pick &amp;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Der zweite Tab dient dem Aufzeichnen und Wiedergeben ganzer Bewegungsabläufe, ohne dass dafür Code geschrieben werden muss.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Go Home — Roboter zur Nullposition fahren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Saugen (Aufn.) EIN/AUS — virtueller Saugzustand, speichert automatisch einen Wegpunkt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Rec Punkt — aktuellen Wegpunkt manuell aufzeichnen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Play / Stop — Sequenz im Hintergrundthread abspielen bzw. abbrechen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Waypoint-Liste zeigt alle Punkte mit Koordinaten, Saugpunkte grün markiert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Betrieb Schritt für Schritt: Digital Twin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Nach abgeschlossener Installation läuft die Inbetriebnahme des Digital-Twin-Betriebs in fünf Schritten 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1. Szene mit Dobot-Magician-Modell laden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2. ArticulationRootAPI auf base_link prüfen (Property → Physics → Articulation Root)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3. COM-Port eingeben, Connect klicken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4. Play drücken — Status: „Modell verbunden: 4/4 DOFs gefunden“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5. Simulationsmodell folgt dem realen Roboter in Echtzeit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Betrieb Schritt für Schritt: Teaching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Ein Pick-and-Place-Ablauf wird nicht programmiert, sondern durch manuelles Verfahren des realen Roboters eingelernt.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1. Tab Pick &amp; Place wählen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2. Roboter manuell in Ausgangsposition fahren (Jog-Tasten)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3. Rec Punkt klicken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4. Am Greifpunkt Saugen (Aufn.) auf EIN — Waypoint wird automatisch gespeichert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5. Schritte 2–4 für alle Punkte wiederholen, danach Play starten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Sicherheits-Anfahrt: 1 cm über dem Zielpunkt vor jeder Änderung des Saugzustands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Ziel-Würfel-Tracking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Als anschauliche Alternative zum Teach-In kann der Roboterarm einem frei verschiebbaren virtuellen Würfel folgen.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Oranger, 2,5 cm großer UsdGeom.Cube unter /World/DobotTargetCube, frei verschiebbar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Tracking liest Weltposition über ComputeLocalToWorldTransform() aus der USD-Stage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Funktioniert auch ohne verbundenen COM-Port — Zielposition wird dann nur angezeigt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TCP wird auf die dem Roboter zugewandte Würfelfläche ausgerichtet, nicht auf das Zentrum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ROS2-Integration: früher und heute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ROS 2 spielte im Projektverlauf zwei unterschiedliche Rollen. Eine frühere, inzwischen verworfene Steuerungsvariante und die heutige, schlanke Zustandsveröffentlichung.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Frühere Entwicklungsstufe (verworfen): vollständige Ansteuerung über ROS 2 mittels WSL 2 (Ubuntu) und einer Action-Graph-Datei mit Articulation-Controller-Knoten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Dieser Ansatz erforderte zusätzlich usbipd-win für den USB-Zugriff aus WSL 2 sowie ein separat zu startendes WSL-Skript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Der Umstieg auf pydobot vereinfachte die Inbetriebnahme erheblich, ROS 2 wird seither nicht mehr zur Steuerung verwendet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Heutiger Einsatz: nur noch schlanke Veröffentlichung des Gelenkzustands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Node-Name: dobot_extension_bridge · Topic: /joint_states · Typ: sensor_msgs/msg/JointState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Publish-Frequenz ≈ 60 Hz, frameratengekoppelt · RMW: rmw_fastrtps_cpp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Projektstruktur: Hauptklassen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 gesamte Logik der Extension verteilt sich auf zwei Hauptklassen mit klar getrennten Zuständigkeiten sowie ein Drei-Thread-Modell.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DobotROSNode — serielle Verbindung via pydobot, Kinematik, Bewegungsbefehle, ROS2-Publisher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DobotBridgeExtension — Omniverse-UI, Dynamic-Control-Kopplung, Frame-Update-Loop, Hintergrundthreads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Hauptthread (UI/DC-API) · dobot_play (blockierende Sequenzwiedergabe) · dobot_cube_track (Würfel-Tracking)</a:t>
            </a:r>
          </a:p>
          <a:p>
            <a:pPr lvl="1">
              <a:spcAft>
                <a:spcPts val="700"/>
              </a:spcAft>
              <a:defRPr sz="1400">
                <a:solidFill>
                  <a:srgbClr val="777777"/>
                </a:solidFill>
              </a:defRPr>
            </a:pPr>
            <a:r>
              <a:t>‣  Grund für Threading: pydobot.wait_for_cmd() blockiert, im Hintergrundthread friert dadurch nicht der Isaac-Sim-Hauptthread ein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Konstanten (constants.py)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Alle magischen Zahlen und Konfigurationswerte sind zentral in einer Datei gepflegt, damit sie an einer Stelle angepasst werden können.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HOME_X/Y/Z/R — Nullposition: −3,7 / 227,8 / 66,1 mm, 88,4°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GP3_PWM_ADDRESS = 15 — IO-Adresse PWM1 am GP3-Port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SERVO_FREQ_HZ = 50 Hz · SERVO_MIN/MAX_DUTY = 0,05 / 0,10 (1–2 ms Puls = 0–180°)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ROBOT_USD_PATH = /World/magician/base_link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Bekannte Einschränkungen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Wie jede Extension hat auch diese einige Grenzen, die bei der Inbetriebnahme und im laufenden Betrieb zu beachten sind.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ROS2 nur über die in Isaac Sim eingebettete Humble-Bridge, keine separate Installation kompatibel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get_articulation() vor dem ersten Play erzeugt eine Warnung (Lazy-Init, tritt nur einmal auf)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Keine Greifer-Rückmeldung — Saugbefehle sind Fire-and-Forget, ohne Drucksensor nicht verifizierbar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Servo-Winkel startet nach Reconnect immer bei 90°, unabhängig vom tatsächlichen Hardware-Winkel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Winkel außerhalb [−2π, 2π] führen zum PhysX-Fehler in set_dof_position_target()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Weiterführende Dokumentation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5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E6E6E"/>
                </a:solidFill>
              </a:defRPr>
            </a:pPr>
            <a:r>
              <a:t>Diese Anleitung deckt die wichtigsten Schritte ab, für tiefergehende Fragen stehen folgende Quellen zur Verfügung.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Vollständige technische Dokumentation mit Herleitungen und Codebeispielen: documentation.pdf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Quellcode-Repository: github.com/tobiaskuester11/Dobot-Magician-DT-IsaacSim-Extension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Vollständiger Kontext zu Anlage, Kinematik und Netzwerkarchitektur: Bachelorarbeit „Entwicklung Digitaler Zwillinge für Lehrzwecke am Beispiel Maze Runner und Dobot Magician“</a:t>
            </a:r>
          </a:p>
          <a:p>
            <a:pPr>
              <a:spcAft>
                <a:spcPts val="1100"/>
              </a:spcAft>
              <a:defRPr sz="1700">
                <a:solidFill>
                  <a:srgbClr val="444444"/>
                </a:solidFill>
              </a:defRPr>
            </a:pPr>
            <a:r>
              <a:t>•  Kontakt: Tobias Küster, Hochschule Hannover, Fakultät II · Betreuung: Prof. Diersen · Dr. Yübo Wang · Herr Ernst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E86C1"/>
                </a:solidFill>
              </a:defRPr>
            </a:pPr>
            <a:r>
              <a:t>Diese Anleitung wurde aus der technischen Dokumentation der Dobot-Extension abgeleitet.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